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75" d="100"/>
          <a:sy n="75" d="100"/>
        </p:scale>
        <p:origin x="-115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07/06/2020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2143108" y="1571612"/>
          <a:ext cx="4714908" cy="50578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909"/>
                <a:gridCol w="392909"/>
                <a:gridCol w="392909"/>
                <a:gridCol w="392909"/>
                <a:gridCol w="392909"/>
                <a:gridCol w="392909"/>
                <a:gridCol w="392909"/>
                <a:gridCol w="392909"/>
                <a:gridCol w="392909"/>
                <a:gridCol w="392909"/>
                <a:gridCol w="392909"/>
                <a:gridCol w="392909"/>
              </a:tblGrid>
              <a:tr h="421484"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bg1"/>
                          </a:solidFill>
                        </a:rPr>
                        <a:t>-1</a:t>
                      </a:r>
                      <a:endParaRPr lang="fr-FR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21484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A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B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D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E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F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G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H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grpSp>
        <p:nvGrpSpPr>
          <p:cNvPr id="19" name="Groupe 18"/>
          <p:cNvGrpSpPr/>
          <p:nvPr/>
        </p:nvGrpSpPr>
        <p:grpSpPr>
          <a:xfrm>
            <a:off x="714348" y="2571744"/>
            <a:ext cx="7786742" cy="3143272"/>
            <a:chOff x="714348" y="2571744"/>
            <a:chExt cx="7786742" cy="3143272"/>
          </a:xfrm>
        </p:grpSpPr>
        <p:sp>
          <p:nvSpPr>
            <p:cNvPr id="4" name="Rectangle 3"/>
            <p:cNvSpPr/>
            <p:nvPr/>
          </p:nvSpPr>
          <p:spPr>
            <a:xfrm>
              <a:off x="714348" y="2571744"/>
              <a:ext cx="7715304" cy="10001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u</a:t>
              </a:r>
              <a:endParaRPr lang="fr-FR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00100" y="3000372"/>
              <a:ext cx="1071570" cy="4857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Solo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3786182" y="3000372"/>
              <a:ext cx="1357322" cy="4857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IA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6357950" y="3000372"/>
              <a:ext cx="1500198" cy="4857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err="1" smtClean="0">
                  <a:solidFill>
                    <a:schemeClr val="tx1"/>
                  </a:solidFill>
                </a:rPr>
                <a:t>MultiJoueurs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9" name="Flèche vers le bas 8"/>
            <p:cNvSpPr/>
            <p:nvPr/>
          </p:nvSpPr>
          <p:spPr>
            <a:xfrm>
              <a:off x="2643174" y="3571876"/>
              <a:ext cx="357190" cy="71438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00100" y="4357694"/>
              <a:ext cx="3857652" cy="1357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357290" y="4714884"/>
              <a:ext cx="1000132" cy="357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Damier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2714612" y="4286256"/>
              <a:ext cx="10715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/>
                <a:t>Othello</a:t>
              </a:r>
              <a:endParaRPr lang="fr-FR" b="1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00364" y="4643446"/>
              <a:ext cx="1643074" cy="50006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Damier Evaluation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85984" y="5214950"/>
              <a:ext cx="1000132" cy="357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>
                  <a:solidFill>
                    <a:schemeClr val="tx1"/>
                  </a:solidFill>
                </a:rPr>
                <a:t>Joueur</a:t>
              </a:r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857884" y="4429132"/>
              <a:ext cx="2643206" cy="7143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6072198" y="4429132"/>
              <a:ext cx="2428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smtClean="0"/>
                <a:t>Intelligence Artificielle</a:t>
              </a:r>
              <a:endParaRPr lang="fr-FR" b="1" dirty="0"/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3500430" y="2571744"/>
              <a:ext cx="19288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/>
                <a:t>Jeu</a:t>
              </a:r>
              <a:endParaRPr lang="fr-FR" b="1" dirty="0"/>
            </a:p>
          </p:txBody>
        </p:sp>
        <p:sp>
          <p:nvSpPr>
            <p:cNvPr id="18" name="Flèche vers le bas 17"/>
            <p:cNvSpPr/>
            <p:nvPr/>
          </p:nvSpPr>
          <p:spPr>
            <a:xfrm>
              <a:off x="6858016" y="3571876"/>
              <a:ext cx="357190" cy="857256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714488"/>
            <a:ext cx="8186766" cy="4411675"/>
          </a:xfrm>
        </p:spPr>
        <p:txBody>
          <a:bodyPr/>
          <a:lstStyle/>
          <a:p>
            <a:endParaRPr lang="fr-FR" dirty="0"/>
          </a:p>
        </p:txBody>
      </p:sp>
      <p:grpSp>
        <p:nvGrpSpPr>
          <p:cNvPr id="21" name="Groupe 20"/>
          <p:cNvGrpSpPr/>
          <p:nvPr/>
        </p:nvGrpSpPr>
        <p:grpSpPr>
          <a:xfrm>
            <a:off x="642910" y="1714488"/>
            <a:ext cx="7929618" cy="3500462"/>
            <a:chOff x="642910" y="1714488"/>
            <a:chExt cx="7929618" cy="3500462"/>
          </a:xfrm>
        </p:grpSpPr>
        <p:sp>
          <p:nvSpPr>
            <p:cNvPr id="4" name="Rectangle 3"/>
            <p:cNvSpPr/>
            <p:nvPr/>
          </p:nvSpPr>
          <p:spPr>
            <a:xfrm>
              <a:off x="642910" y="1714488"/>
              <a:ext cx="7929618" cy="3500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" name="ZoneTexte 4"/>
            <p:cNvSpPr txBox="1"/>
            <p:nvPr/>
          </p:nvSpPr>
          <p:spPr>
            <a:xfrm>
              <a:off x="3214678" y="1714488"/>
              <a:ext cx="22860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/>
                <a:t>Fenêtre</a:t>
              </a:r>
              <a:r>
                <a:rPr lang="fr-FR" dirty="0" smtClean="0"/>
                <a:t> </a:t>
              </a:r>
              <a:endParaRPr lang="fr-FR" dirty="0"/>
            </a:p>
          </p:txBody>
        </p:sp>
        <p:grpSp>
          <p:nvGrpSpPr>
            <p:cNvPr id="6" name="Groupe 5"/>
            <p:cNvGrpSpPr/>
            <p:nvPr/>
          </p:nvGrpSpPr>
          <p:grpSpPr>
            <a:xfrm>
              <a:off x="785786" y="2071678"/>
              <a:ext cx="7715304" cy="2857520"/>
              <a:chOff x="785786" y="2643182"/>
              <a:chExt cx="7715304" cy="285752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785786" y="2714620"/>
                <a:ext cx="7643866" cy="857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smtClean="0"/>
                  <a:t>u</a:t>
                </a:r>
                <a:endParaRPr lang="fr-FR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3357554" y="3000372"/>
                <a:ext cx="1071570" cy="4857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smtClean="0">
                    <a:solidFill>
                      <a:schemeClr val="tx1"/>
                    </a:solidFill>
                  </a:rPr>
                  <a:t>Solo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786578" y="2928934"/>
                <a:ext cx="1357322" cy="4857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smtClean="0">
                    <a:solidFill>
                      <a:schemeClr val="tx1"/>
                    </a:solidFill>
                  </a:rPr>
                  <a:t>IA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928662" y="3000372"/>
                <a:ext cx="1500198" cy="4857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err="1" smtClean="0">
                    <a:solidFill>
                      <a:schemeClr val="tx1"/>
                    </a:solidFill>
                  </a:rPr>
                  <a:t>MultiJoueurs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lèche vers le bas 10"/>
              <p:cNvSpPr/>
              <p:nvPr/>
            </p:nvSpPr>
            <p:spPr>
              <a:xfrm>
                <a:off x="2643174" y="3571876"/>
                <a:ext cx="357190" cy="642942"/>
              </a:xfrm>
              <a:prstGeom prst="down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000100" y="4214818"/>
                <a:ext cx="3857652" cy="12858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1214414" y="4714884"/>
                <a:ext cx="1000132" cy="3571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smtClean="0">
                    <a:solidFill>
                      <a:schemeClr val="tx1"/>
                    </a:solidFill>
                  </a:rPr>
                  <a:t>Damier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ZoneTexte 13"/>
              <p:cNvSpPr txBox="1"/>
              <p:nvPr/>
            </p:nvSpPr>
            <p:spPr>
              <a:xfrm>
                <a:off x="2285984" y="4357694"/>
                <a:ext cx="1071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 smtClean="0"/>
                  <a:t>Othello</a:t>
                </a:r>
                <a:endParaRPr lang="fr-FR" b="1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143240" y="4714884"/>
                <a:ext cx="1643074" cy="50006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smtClean="0">
                    <a:solidFill>
                      <a:schemeClr val="tx1"/>
                    </a:solidFill>
                  </a:rPr>
                  <a:t>Damier Evaluation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1857356" y="5143512"/>
                <a:ext cx="1000132" cy="3571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 smtClean="0">
                    <a:solidFill>
                      <a:schemeClr val="tx1"/>
                    </a:solidFill>
                  </a:rPr>
                  <a:t>Joueur</a:t>
                </a:r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5857884" y="4429132"/>
                <a:ext cx="2643206" cy="7143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ZoneTexte 17"/>
              <p:cNvSpPr txBox="1"/>
              <p:nvPr/>
            </p:nvSpPr>
            <p:spPr>
              <a:xfrm>
                <a:off x="6072198" y="4429132"/>
                <a:ext cx="2428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Intelligence Artificielle</a:t>
                </a:r>
                <a:endParaRPr lang="fr-FR" b="1" dirty="0"/>
              </a:p>
            </p:txBody>
          </p:sp>
          <p:sp>
            <p:nvSpPr>
              <p:cNvPr id="19" name="ZoneTexte 18"/>
              <p:cNvSpPr txBox="1"/>
              <p:nvPr/>
            </p:nvSpPr>
            <p:spPr>
              <a:xfrm>
                <a:off x="3500430" y="2643182"/>
                <a:ext cx="192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dirty="0" smtClean="0"/>
                  <a:t>Jeu</a:t>
                </a:r>
                <a:endParaRPr lang="fr-FR" b="1" dirty="0"/>
              </a:p>
            </p:txBody>
          </p:sp>
          <p:sp>
            <p:nvSpPr>
              <p:cNvPr id="20" name="Flèche vers le bas 19"/>
              <p:cNvSpPr/>
              <p:nvPr/>
            </p:nvSpPr>
            <p:spPr>
              <a:xfrm>
                <a:off x="6858016" y="3571876"/>
                <a:ext cx="357190" cy="857256"/>
              </a:xfrm>
              <a:prstGeom prst="downArrow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graphicFrame>
        <p:nvGraphicFramePr>
          <p:cNvPr id="5" name="Espace réservé du contenu 3"/>
          <p:cNvGraphicFramePr>
            <a:graphicFrameLocks/>
          </p:cNvGraphicFramePr>
          <p:nvPr/>
        </p:nvGraphicFramePr>
        <p:xfrm>
          <a:off x="1071538" y="1500174"/>
          <a:ext cx="6643730" cy="457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</a:tblGrid>
              <a:tr h="457203"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16</a:t>
                      </a:r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16</a:t>
                      </a:r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A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B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D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E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F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G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H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</p:txBody>
      </p:sp>
      <p:grpSp>
        <p:nvGrpSpPr>
          <p:cNvPr id="26" name="Groupe 25"/>
          <p:cNvGrpSpPr/>
          <p:nvPr/>
        </p:nvGrpSpPr>
        <p:grpSpPr>
          <a:xfrm>
            <a:off x="928662" y="2000240"/>
            <a:ext cx="3500462" cy="3071834"/>
            <a:chOff x="2857488" y="2571744"/>
            <a:chExt cx="3500462" cy="3071834"/>
          </a:xfrm>
        </p:grpSpPr>
        <p:sp>
          <p:nvSpPr>
            <p:cNvPr id="7" name="Double flèche horizontale 6"/>
            <p:cNvSpPr/>
            <p:nvPr/>
          </p:nvSpPr>
          <p:spPr>
            <a:xfrm>
              <a:off x="3286116" y="3929066"/>
              <a:ext cx="2643206" cy="285752"/>
            </a:xfrm>
            <a:prstGeom prst="leftRightArrow">
              <a:avLst/>
            </a:prstGeom>
            <a:solidFill>
              <a:schemeClr val="accent4">
                <a:lumMod val="75000"/>
              </a:schemeClr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Double flèche verticale 7"/>
            <p:cNvSpPr/>
            <p:nvPr/>
          </p:nvSpPr>
          <p:spPr>
            <a:xfrm>
              <a:off x="4429124" y="2928934"/>
              <a:ext cx="285752" cy="2286016"/>
            </a:xfrm>
            <a:prstGeom prst="upDown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9" name="Double flèche horizontale 8"/>
            <p:cNvSpPr/>
            <p:nvPr/>
          </p:nvSpPr>
          <p:spPr>
            <a:xfrm rot="2715535">
              <a:off x="3210593" y="3896796"/>
              <a:ext cx="2643206" cy="285752"/>
            </a:xfrm>
            <a:prstGeom prst="leftRightArrow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Double flèche horizontale 9"/>
            <p:cNvSpPr/>
            <p:nvPr/>
          </p:nvSpPr>
          <p:spPr>
            <a:xfrm rot="7940825">
              <a:off x="3246119" y="3930507"/>
              <a:ext cx="2643206" cy="285752"/>
            </a:xfrm>
            <a:prstGeom prst="leftRightArrow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57686" y="2571744"/>
              <a:ext cx="428628" cy="357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N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429124" y="5286388"/>
              <a:ext cx="428628" cy="357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b="1" dirty="0" smtClean="0">
                  <a:solidFill>
                    <a:schemeClr val="tx1"/>
                  </a:solidFill>
                </a:rPr>
                <a:t>S</a:t>
              </a:r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57488" y="3929066"/>
              <a:ext cx="428628" cy="357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E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929322" y="3929066"/>
              <a:ext cx="428628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O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500694" y="5000636"/>
              <a:ext cx="428628" cy="357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SO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3214678" y="5072074"/>
              <a:ext cx="428628" cy="357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SE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143240" y="2714620"/>
              <a:ext cx="428628" cy="3571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NE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500694" y="2786058"/>
              <a:ext cx="500066" cy="3571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NO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Étoile à 6 branches 24"/>
            <p:cNvSpPr/>
            <p:nvPr/>
          </p:nvSpPr>
          <p:spPr>
            <a:xfrm>
              <a:off x="4357686" y="3929066"/>
              <a:ext cx="500066" cy="357190"/>
            </a:xfrm>
            <a:prstGeom prst="star6">
              <a:avLst>
                <a:gd name="adj" fmla="val 49513"/>
                <a:gd name="hf" fmla="val 1154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r-FR" b="1" dirty="0" smtClean="0">
                  <a:solidFill>
                    <a:schemeClr val="tx1"/>
                  </a:solidFill>
                </a:rPr>
                <a:t>p</a:t>
              </a:r>
              <a:r>
                <a:rPr lang="fr-FR" dirty="0" smtClean="0"/>
                <a:t>p</a:t>
              </a:r>
              <a:endParaRPr lang="fr-FR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 l="38909" t="34513" r="16035" b="59956"/>
          <a:stretch>
            <a:fillRect/>
          </a:stretch>
        </p:blipFill>
        <p:spPr bwMode="auto">
          <a:xfrm>
            <a:off x="3428992" y="2428868"/>
            <a:ext cx="464347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8" name="Groupe 47"/>
          <p:cNvGrpSpPr/>
          <p:nvPr/>
        </p:nvGrpSpPr>
        <p:grpSpPr>
          <a:xfrm>
            <a:off x="2214546" y="2357430"/>
            <a:ext cx="2571768" cy="3357586"/>
            <a:chOff x="2214546" y="2357430"/>
            <a:chExt cx="2571768" cy="3357586"/>
          </a:xfrm>
        </p:grpSpPr>
        <p:sp>
          <p:nvSpPr>
            <p:cNvPr id="9" name="Ellipse 8"/>
            <p:cNvSpPr/>
            <p:nvPr/>
          </p:nvSpPr>
          <p:spPr>
            <a:xfrm>
              <a:off x="2643174" y="2357430"/>
              <a:ext cx="785818" cy="6429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Max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Ellipse 13"/>
            <p:cNvSpPr/>
            <p:nvPr/>
          </p:nvSpPr>
          <p:spPr>
            <a:xfrm>
              <a:off x="3500430" y="3857628"/>
              <a:ext cx="785818" cy="6429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Min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Connecteur droit avec flèche 15"/>
            <p:cNvCxnSpPr>
              <a:endCxn id="9" idx="5"/>
            </p:cNvCxnSpPr>
            <p:nvPr/>
          </p:nvCxnSpPr>
          <p:spPr>
            <a:xfrm rot="16200000" flipV="1">
              <a:off x="3074341" y="3145787"/>
              <a:ext cx="951413" cy="47227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/>
            <p:cNvCxnSpPr>
              <a:endCxn id="9" idx="3"/>
            </p:cNvCxnSpPr>
            <p:nvPr/>
          </p:nvCxnSpPr>
          <p:spPr>
            <a:xfrm rot="5400000" flipH="1" flipV="1">
              <a:off x="2082133" y="3181507"/>
              <a:ext cx="951413" cy="40083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3071802" y="5143512"/>
              <a:ext cx="642942" cy="5715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smtClean="0">
                  <a:solidFill>
                    <a:schemeClr val="tx1"/>
                  </a:solidFill>
                </a:rPr>
                <a:t>0</a:t>
              </a:r>
              <a:endParaRPr lang="fr-F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4143372" y="5143512"/>
              <a:ext cx="642942" cy="5715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smtClean="0">
                  <a:solidFill>
                    <a:schemeClr val="tx1"/>
                  </a:solidFill>
                </a:rPr>
                <a:t>?</a:t>
              </a:r>
              <a:endParaRPr lang="fr-FR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Connecteur droit avec flèche 29"/>
            <p:cNvCxnSpPr/>
            <p:nvPr/>
          </p:nvCxnSpPr>
          <p:spPr>
            <a:xfrm rot="5400000" flipH="1" flipV="1">
              <a:off x="3286116" y="4643446"/>
              <a:ext cx="642942" cy="35719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avec flèche 31"/>
            <p:cNvCxnSpPr>
              <a:stCxn id="28" idx="0"/>
            </p:cNvCxnSpPr>
            <p:nvPr/>
          </p:nvCxnSpPr>
          <p:spPr>
            <a:xfrm rot="16200000" flipV="1">
              <a:off x="3911199" y="4589867"/>
              <a:ext cx="642942" cy="464347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ZoneTexte 46"/>
            <p:cNvSpPr txBox="1"/>
            <p:nvPr/>
          </p:nvSpPr>
          <p:spPr>
            <a:xfrm>
              <a:off x="2214546" y="2857496"/>
              <a:ext cx="428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/>
                <a:t>2</a:t>
              </a:r>
              <a:endParaRPr lang="fr-FR" b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14" name="Groupe 13"/>
          <p:cNvGrpSpPr/>
          <p:nvPr/>
        </p:nvGrpSpPr>
        <p:grpSpPr>
          <a:xfrm>
            <a:off x="2214546" y="2357430"/>
            <a:ext cx="2571768" cy="3357586"/>
            <a:chOff x="2214546" y="2357430"/>
            <a:chExt cx="2571768" cy="3357586"/>
          </a:xfrm>
        </p:grpSpPr>
        <p:sp>
          <p:nvSpPr>
            <p:cNvPr id="15" name="Ellipse 14"/>
            <p:cNvSpPr/>
            <p:nvPr/>
          </p:nvSpPr>
          <p:spPr>
            <a:xfrm>
              <a:off x="2643174" y="2357430"/>
              <a:ext cx="785818" cy="6429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Min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Ellipse 15"/>
            <p:cNvSpPr/>
            <p:nvPr/>
          </p:nvSpPr>
          <p:spPr>
            <a:xfrm>
              <a:off x="3500430" y="3857628"/>
              <a:ext cx="785818" cy="6429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Max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Connecteur droit avec flèche 16"/>
            <p:cNvCxnSpPr>
              <a:endCxn id="15" idx="5"/>
            </p:cNvCxnSpPr>
            <p:nvPr/>
          </p:nvCxnSpPr>
          <p:spPr>
            <a:xfrm rot="16200000" flipV="1">
              <a:off x="3074341" y="3145787"/>
              <a:ext cx="951413" cy="47227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/>
            <p:cNvCxnSpPr>
              <a:endCxn id="15" idx="3"/>
            </p:cNvCxnSpPr>
            <p:nvPr/>
          </p:nvCxnSpPr>
          <p:spPr>
            <a:xfrm rot="5400000" flipH="1" flipV="1">
              <a:off x="2082133" y="3181507"/>
              <a:ext cx="951413" cy="40083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3071802" y="5143512"/>
              <a:ext cx="642942" cy="5715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smtClean="0">
                  <a:solidFill>
                    <a:schemeClr val="tx1"/>
                  </a:solidFill>
                </a:rPr>
                <a:t>2</a:t>
              </a:r>
              <a:endParaRPr lang="fr-FR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143372" y="5143512"/>
              <a:ext cx="642942" cy="5715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smtClean="0">
                  <a:solidFill>
                    <a:schemeClr val="tx1"/>
                  </a:solidFill>
                </a:rPr>
                <a:t>?</a:t>
              </a:r>
              <a:endParaRPr lang="fr-FR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1" name="Connecteur droit avec flèche 20"/>
            <p:cNvCxnSpPr/>
            <p:nvPr/>
          </p:nvCxnSpPr>
          <p:spPr>
            <a:xfrm rot="5400000" flipH="1" flipV="1">
              <a:off x="3286116" y="4643446"/>
              <a:ext cx="642942" cy="35719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21"/>
            <p:cNvCxnSpPr>
              <a:stCxn id="20" idx="0"/>
            </p:cNvCxnSpPr>
            <p:nvPr/>
          </p:nvCxnSpPr>
          <p:spPr>
            <a:xfrm rot="16200000" flipV="1">
              <a:off x="3911199" y="4589867"/>
              <a:ext cx="642942" cy="464347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ZoneTexte 22"/>
            <p:cNvSpPr txBox="1"/>
            <p:nvPr/>
          </p:nvSpPr>
          <p:spPr>
            <a:xfrm>
              <a:off x="2214546" y="2857496"/>
              <a:ext cx="428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/>
                <a:t>0</a:t>
              </a:r>
              <a:endParaRPr lang="fr-FR" b="1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e 23"/>
          <p:cNvGrpSpPr/>
          <p:nvPr/>
        </p:nvGrpSpPr>
        <p:grpSpPr>
          <a:xfrm>
            <a:off x="1338266" y="785794"/>
            <a:ext cx="6091254" cy="5578470"/>
            <a:chOff x="1357290" y="785794"/>
            <a:chExt cx="6091254" cy="557847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357290" y="785794"/>
              <a:ext cx="6091254" cy="55784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2" name="Connecteur droit 11"/>
            <p:cNvCxnSpPr/>
            <p:nvPr/>
          </p:nvCxnSpPr>
          <p:spPr>
            <a:xfrm>
              <a:off x="3214678" y="1571612"/>
              <a:ext cx="3286148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>
              <a:off x="3214678" y="2071678"/>
              <a:ext cx="71438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rot="5400000">
              <a:off x="2963472" y="1822818"/>
              <a:ext cx="504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rot="5400000">
              <a:off x="3677852" y="2322884"/>
              <a:ext cx="504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3929058" y="2571744"/>
              <a:ext cx="1512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rot="5400000">
              <a:off x="4386050" y="3614950"/>
              <a:ext cx="2088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rot="10800000">
              <a:off x="5429256" y="4643446"/>
              <a:ext cx="504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rot="16200000">
              <a:off x="5678116" y="4894652"/>
              <a:ext cx="504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>
              <a:off x="5929322" y="5143512"/>
              <a:ext cx="576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 rot="5400000">
              <a:off x="4701620" y="3370818"/>
              <a:ext cx="3600000" cy="158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/>
          </p:cNvGraphicFramePr>
          <p:nvPr/>
        </p:nvGraphicFramePr>
        <p:xfrm>
          <a:off x="1214414" y="1142984"/>
          <a:ext cx="6643730" cy="45720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</a:tblGrid>
              <a:tr h="457203"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 smtClean="0"/>
                        <a:t>250</a:t>
                      </a:r>
                      <a:endParaRPr lang="fr-FR" b="1" dirty="0" smtClean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16</a:t>
                      </a:r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16</a:t>
                      </a:r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smtClean="0"/>
                        <a:t>250</a:t>
                      </a:r>
                      <a:endParaRPr lang="fr-FR" b="1" dirty="0"/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57203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A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B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D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E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F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G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H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/>
          <p:cNvGrpSpPr/>
          <p:nvPr/>
        </p:nvGrpSpPr>
        <p:grpSpPr>
          <a:xfrm>
            <a:off x="1571604" y="785794"/>
            <a:ext cx="5117485" cy="4572032"/>
            <a:chOff x="1571604" y="785794"/>
            <a:chExt cx="5117485" cy="4572032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2"/>
            <a:srcRect b="2330"/>
            <a:stretch>
              <a:fillRect/>
            </a:stretch>
          </p:blipFill>
          <p:spPr bwMode="auto">
            <a:xfrm>
              <a:off x="1571604" y="785794"/>
              <a:ext cx="5117485" cy="45720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Ellipse 6"/>
            <p:cNvSpPr/>
            <p:nvPr/>
          </p:nvSpPr>
          <p:spPr>
            <a:xfrm>
              <a:off x="4643438" y="1500174"/>
              <a:ext cx="285752" cy="28575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5825" y="57150"/>
            <a:ext cx="7372350" cy="674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/>
          </p:cNvGraphicFramePr>
          <p:nvPr/>
        </p:nvGraphicFramePr>
        <p:xfrm>
          <a:off x="1285852" y="1285860"/>
          <a:ext cx="6643730" cy="47149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  <a:gridCol w="664373"/>
              </a:tblGrid>
              <a:tr h="471491"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G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baseline="0" dirty="0" smtClean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750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16</a:t>
                      </a:r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4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fr-FR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16</a:t>
                      </a:r>
                      <a:endParaRPr lang="fr-FR" b="1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2</a:t>
                      </a:r>
                      <a:endParaRPr lang="fr-FR" b="1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6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0</a:t>
                      </a:r>
                      <a:endParaRPr lang="fr-FR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-250</a:t>
                      </a:r>
                      <a:endParaRPr lang="fr-FR" b="1" dirty="0"/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7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10</a:t>
                      </a:r>
                      <a:endParaRPr lang="fr-FR" b="1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30</a:t>
                      </a:r>
                      <a:endParaRPr lang="fr-FR" b="1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-150</a:t>
                      </a:r>
                      <a:endParaRPr lang="fr-FR" b="1" dirty="0"/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500</a:t>
                      </a:r>
                      <a:endParaRPr lang="fr-FR" b="1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8</a:t>
                      </a:r>
                      <a:endParaRPr lang="fr-FR" b="1" dirty="0"/>
                    </a:p>
                  </a:txBody>
                  <a:tcPr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471491"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A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B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C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D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E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F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G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 smtClean="0"/>
                        <a:t>H</a:t>
                      </a:r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0" y="1714488"/>
            <a:ext cx="2143140" cy="5000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2934</TotalTime>
  <Words>497</Words>
  <PresentationFormat>Affichage à l'écran (4:3)</PresentationFormat>
  <Paragraphs>460</Paragraphs>
  <Slides>13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4" baseType="lpstr">
      <vt:lpstr>Thème Office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Dell</dc:creator>
  <cp:lastModifiedBy>Dell</cp:lastModifiedBy>
  <cp:revision>24</cp:revision>
  <dcterms:created xsi:type="dcterms:W3CDTF">2020-06-05T10:42:32Z</dcterms:created>
  <dcterms:modified xsi:type="dcterms:W3CDTF">2020-06-07T11:53:32Z</dcterms:modified>
</cp:coreProperties>
</file>